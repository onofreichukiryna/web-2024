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Noto Sans TC" panose="020B0604020202020204" charset="-128"/>
      <p:regular r:id="rId13"/>
    </p:embeddedFont>
    <p:embeddedFont>
      <p:font typeface="Sora Medium" panose="020B0604020202020204" charset="0"/>
      <p:regular r:id="rId14"/>
    </p:embeddedFont>
  </p:embeddedFontLst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7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428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392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59186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Використання CSS в анімації та іграх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4355783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CSS, або каскадні таблиці стилів, є потужним інструментом, який дозволяє веб-розробникам створювати динамічні та інтерактивні веб-додатки, включаючи захопливі анімації та ігри. Цей вступ розкриє, як CSS може бути використаний для додавання руху, трансформацій та ефектів до веб-сторінок.</a:t>
            </a:r>
            <a:endParaRPr lang="en-US" sz="17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B0E114E-D249-62E4-F5F3-A139AED5C6F4}"/>
              </a:ext>
            </a:extLst>
          </p:cNvPr>
          <p:cNvSpPr/>
          <p:nvPr/>
        </p:nvSpPr>
        <p:spPr>
          <a:xfrm>
            <a:off x="9870559" y="7056209"/>
            <a:ext cx="4759841" cy="1157045"/>
          </a:xfrm>
          <a:prstGeom prst="rect">
            <a:avLst/>
          </a:prstGeom>
          <a:solidFill>
            <a:srgbClr val="07070C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500" dirty="0">
                <a:solidFill>
                  <a:srgbClr val="0707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CSS, або каскадні таблиці стилів, є потужним інструментом, який дозволяє веб-розробникам створювати динамічні та інтерактивні веб-додатки, включаючи захопливі анімації та ігри. Цей вступ розкриє, як CSS може бути використаний для додавання руху, трансформацій та ефектів до веб-сторінок.</a:t>
            </a:r>
            <a:endParaRPr lang="en-US" sz="500" dirty="0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253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Основи CSS для створення анімації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9382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5" name="Text 2"/>
          <p:cNvSpPr/>
          <p:nvPr/>
        </p:nvSpPr>
        <p:spPr>
          <a:xfrm>
            <a:off x="6463308" y="3023235"/>
            <a:ext cx="14394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2938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Ключові властивості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428643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Використання таких властивостей як "transition", "animation" та "transform" дозволяє керувати анімацією елементів.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29382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9" name="Text 6"/>
          <p:cNvSpPr/>
          <p:nvPr/>
        </p:nvSpPr>
        <p:spPr>
          <a:xfrm>
            <a:off x="10321052" y="3023235"/>
            <a:ext cx="21193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2938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Тригери анімації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428643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Анімації можна запускати за допомогою подій, наприклад, наведення курсору або кліку.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608802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</p:sp>
      <p:sp>
        <p:nvSpPr>
          <p:cNvPr id="13" name="Text 10"/>
          <p:cNvSpPr/>
          <p:nvPr/>
        </p:nvSpPr>
        <p:spPr>
          <a:xfrm>
            <a:off x="6429851" y="6173033"/>
            <a:ext cx="21097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6088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Модульність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57844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 дозволяє розділяти анімації на менші, повторно використовувані модулі.</a:t>
            </a:r>
            <a:endParaRPr lang="en-US" sz="175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D6BDDCD2-8885-2006-9109-6238EFCF00DC}"/>
              </a:ext>
            </a:extLst>
          </p:cNvPr>
          <p:cNvSpPr/>
          <p:nvPr/>
        </p:nvSpPr>
        <p:spPr>
          <a:xfrm>
            <a:off x="9870559" y="7056209"/>
            <a:ext cx="4759841" cy="1157045"/>
          </a:xfrm>
          <a:prstGeom prst="rect">
            <a:avLst/>
          </a:prstGeom>
          <a:solidFill>
            <a:srgbClr val="07070C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500" dirty="0">
                <a:solidFill>
                  <a:srgbClr val="0707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CSS, або каскадні таблиці стилів, є потужним інструментом, який дозволяє веб-розробникам створювати динамічні та інтерактивні веб-додатки, включаючи захопливі анімації та ігри. Цей вступ розкриє, як CSS може бути використаний для додавання руху, трансформацій та ефектів до веб-сторінок.</a:t>
            </a:r>
            <a:endParaRPr lang="en-US" sz="500" dirty="0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101335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Властивості та значення для анімації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Transition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Плавні переходи між станами елементів, такі як зміна кольору чи розміру.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Animation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Складні анімації з можливістю налаштування тривалості, затримки, крокування тощо.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Transform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Переміщення, масштабування, поворот та деформація елементів.</a:t>
            </a:r>
            <a:endParaRPr lang="en-US" sz="175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FFB085BE-9B0C-89AB-8F96-3FDB551B8946}"/>
              </a:ext>
            </a:extLst>
          </p:cNvPr>
          <p:cNvSpPr/>
          <p:nvPr/>
        </p:nvSpPr>
        <p:spPr>
          <a:xfrm>
            <a:off x="9870559" y="7056209"/>
            <a:ext cx="4759841" cy="1157045"/>
          </a:xfrm>
          <a:prstGeom prst="rect">
            <a:avLst/>
          </a:prstGeom>
          <a:solidFill>
            <a:srgbClr val="07070C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500" dirty="0">
                <a:solidFill>
                  <a:srgbClr val="0707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CSS, або каскадні таблиці стилів, є потужним інструментом, який дозволяє веб-розробникам створювати динамічні та інтерактивні веб-додатки, включаючи захопливі анімації та ігри. Цей вступ розкриє, як CSS може бути використаний для додавання руху, трансформацій та ефектів до веб-сторінок.</a:t>
            </a:r>
            <a:endParaRPr lang="en-US" sz="500" dirty="0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17313"/>
            <a:ext cx="103185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Популярні CSS-фреймворки для ігор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79721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CSS-фреймворки, такі як </a:t>
            </a: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Phaser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</a:t>
            </a: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PixiJS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та </a:t>
            </a: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CreateJS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пропонують розробникам потужні інструменти для створення динамічних ігрових додатків для веб-платформи. Ці фреймворки забезпечують легку інтеграцію анімації, графіки та взаємодії, спрощуючи процес розробки інтерактивних веб-ігор.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823579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Використовуючи можливості </a:t>
            </a: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 Animations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</a:t>
            </a: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 Transforms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та </a:t>
            </a: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HTML5 Canvas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ці фреймворки дозволяють розробникам створювати ігри з чудовою візуальною естетикою та плавною продуктивністю. Вони також спрощують управління подіями, введенням даних та логікою гри, роблячи розробку ігор більш доступною для веб-розробників.</a:t>
            </a:r>
            <a:endParaRPr lang="en-US" sz="17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10457E8-B0E3-E2F7-EF3A-50EF9F1830BF}"/>
              </a:ext>
            </a:extLst>
          </p:cNvPr>
          <p:cNvSpPr/>
          <p:nvPr/>
        </p:nvSpPr>
        <p:spPr>
          <a:xfrm>
            <a:off x="9870559" y="7056209"/>
            <a:ext cx="4759841" cy="1157045"/>
          </a:xfrm>
          <a:prstGeom prst="rect">
            <a:avLst/>
          </a:prstGeom>
          <a:solidFill>
            <a:srgbClr val="07070C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500" dirty="0">
                <a:solidFill>
                  <a:srgbClr val="0707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CSS, або каскадні таблиці стилів, є потужним інструментом, який дозволяє веб-розробникам створювати динамічні та інтерактивні веб-додатки, включаючи захопливі анімації та ігри. Цей вступ розкриє, як CSS може бути використаний для додавання руху, трансформацій та ефектів до веб-сторінок.</a:t>
            </a:r>
            <a:endParaRPr lang="en-US" sz="500" dirty="0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4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Анімації CSS (CSS Animations)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473" y="2319933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95128" y="254079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Ключові кадри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695128" y="3018353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Визначення проміжних станів анімації за допомогою @keyframes.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473" y="4087058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95128" y="4307919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Керування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695128" y="4785479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Налаштування часу, затримки, повторів та інших параметрів анімації.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473" y="5854184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95128" y="607504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Тригери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695128" y="6552605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Запуск анімацій при певних подіях, наприклад, наведення курсору.</a:t>
            </a:r>
            <a:endParaRPr lang="en-US" sz="17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7E68F607-0CC8-2A7F-218B-0671F725C2A9}"/>
              </a:ext>
            </a:extLst>
          </p:cNvPr>
          <p:cNvSpPr/>
          <p:nvPr/>
        </p:nvSpPr>
        <p:spPr>
          <a:xfrm>
            <a:off x="9870559" y="7056209"/>
            <a:ext cx="4759841" cy="1157045"/>
          </a:xfrm>
          <a:prstGeom prst="rect">
            <a:avLst/>
          </a:prstGeom>
          <a:solidFill>
            <a:srgbClr val="07070C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500" dirty="0">
                <a:solidFill>
                  <a:srgbClr val="0707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CSS, або каскадні таблиці стилів, є потужним інструментом, який дозволяє веб-розробникам створювати динамічні та інтерактивні веб-додатки, включаючи захопливі анімації та ігри. Цей вступ розкриє, як CSS може бути використаний для додавання руху, трансформацій та ефектів до веб-сторінок.</a:t>
            </a:r>
            <a:endParaRPr lang="en-US" sz="500" dirty="0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8977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Використання CSS Transforms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47499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26262B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074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2D Трансформації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564731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Переміщення, масштабування, поворот та деформація в двовимірному просторі.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847499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26262B"/>
          </a:solidFill>
          <a:ln/>
        </p:spPr>
      </p:sp>
      <p:sp>
        <p:nvSpPr>
          <p:cNvPr id="8" name="Text 5"/>
          <p:cNvSpPr/>
          <p:nvPr/>
        </p:nvSpPr>
        <p:spPr>
          <a:xfrm>
            <a:off x="10398681" y="3074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3D Трансформації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3564731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Додавання глибини та перспективи за допомогою властивостей transform-style та perspective.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69969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6967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Оптимізація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187202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Використання GPU прискорення для забезпечення плавності анімацій.</a:t>
            </a:r>
            <a:endParaRPr lang="en-US" sz="175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6B5B7664-AC32-F1C3-0C51-A3CDDCD8A217}"/>
              </a:ext>
            </a:extLst>
          </p:cNvPr>
          <p:cNvSpPr/>
          <p:nvPr/>
        </p:nvSpPr>
        <p:spPr>
          <a:xfrm>
            <a:off x="9870559" y="7275910"/>
            <a:ext cx="4759841" cy="937344"/>
          </a:xfrm>
          <a:prstGeom prst="rect">
            <a:avLst/>
          </a:prstGeom>
          <a:solidFill>
            <a:srgbClr val="07070C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400" dirty="0"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CSS, або каскадні таблиці стилів, є потужним інструментом, який дозволяє веб-розробникам створювати динамічні та інтерактивні веб-додатки, включаючи захопливі анімації та ігри. Цей вступ розкриє, як CSS може бути використаний для додавання руху, трансформацій та ефектів до веб-сторінок.</a:t>
            </a:r>
            <a:endParaRPr lang="en-US" sz="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82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Практичні приклади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7063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Використання можливостей CSS в анімації та іграх наочно демонструє переваги цієї технології. Розробники можуть створювати динамічні, плавні анімації та інтерактивні елементи, які привертають увагу користувачів.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5159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Анімації з ефектами перетікання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дозволяють імітувати реалістичні рухи, такі як стрибки, коливання або м'яке зникання. </a:t>
            </a:r>
            <a:r>
              <a:rPr lang="en-US" sz="17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Трансформації</a:t>
            </a: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допомагають змінювати розмір, положення і навіть перспективу об'єктів на веб-сторінці.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132546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Використовуючи сучасні можливості HTML5 та CSS, розробники можуть створювати навіть повноцінні веб-ігри з довершеною візуальною естетикою та високою продуктивністю. Ці інструменти роблять процес розробки ігор набагато доступнішим для веб-орієнтованих команд.</a:t>
            </a:r>
            <a:endParaRPr lang="en-US" sz="17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E370E6B-D252-8AA9-3A01-A2FEA96DA24D}"/>
              </a:ext>
            </a:extLst>
          </p:cNvPr>
          <p:cNvSpPr/>
          <p:nvPr/>
        </p:nvSpPr>
        <p:spPr>
          <a:xfrm>
            <a:off x="9870559" y="7056209"/>
            <a:ext cx="4759841" cy="1157045"/>
          </a:xfrm>
          <a:prstGeom prst="rect">
            <a:avLst/>
          </a:prstGeom>
          <a:solidFill>
            <a:srgbClr val="07070C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500" dirty="0">
                <a:solidFill>
                  <a:srgbClr val="0707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CSS, або каскадні таблиці стилів, є потужним інструментом, який дозволяє веб-розробникам створювати динамічні та інтерактивні веб-додатки, включаючи захопливі анімації та ігри. Цей вступ розкриє, як CSS може бути використаний для додавання руху, трансформацій та ефектів до веб-сторінок.</a:t>
            </a:r>
            <a:endParaRPr lang="en-US" sz="500" dirty="0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2036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Технології HTML5 і CSS для ігор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778085"/>
            <a:ext cx="7556421" cy="4431030"/>
          </a:xfrm>
          <a:prstGeom prst="roundRect">
            <a:avLst>
              <a:gd name="adj" fmla="val 76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7810" y="2785705"/>
            <a:ext cx="75411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514624" y="2929414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Canvas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89024" y="2929414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Малювання графіки та анімації на льоту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7810" y="3798927"/>
            <a:ext cx="75411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514624" y="3942636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CSS3 Animations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289024" y="3942636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Складні анімації персонажів та об'єктів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7810" y="4812149"/>
            <a:ext cx="7541181" cy="1376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514624" y="495585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 Transforms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289024" y="4955858"/>
            <a:ext cx="3313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Переміщення, обертання та масштабування ігрових елементів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7810" y="6188273"/>
            <a:ext cx="75411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514624" y="6331982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HTML5 Audio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0289024" y="6331982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Вбудована підтримка звукових ефектів та музики</a:t>
            </a:r>
            <a:endParaRPr lang="en-US" sz="175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966C0CFA-83EE-60A8-41D5-D6892E503BDC}"/>
              </a:ext>
            </a:extLst>
          </p:cNvPr>
          <p:cNvSpPr/>
          <p:nvPr/>
        </p:nvSpPr>
        <p:spPr>
          <a:xfrm>
            <a:off x="9870559" y="7345202"/>
            <a:ext cx="4759841" cy="868052"/>
          </a:xfrm>
          <a:prstGeom prst="rect">
            <a:avLst/>
          </a:prstGeom>
          <a:solidFill>
            <a:srgbClr val="07070C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500" dirty="0">
                <a:solidFill>
                  <a:srgbClr val="0707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CSS, або каскадні таблиці стилів, є потужним інструментом, який дозволяє веб-розробникам створювати динамічні та інтерактивні веб-додатки, включаючи захопливі анімації та ігри. Цей вступ розкриє, як CSS може бути використаний для додавання руху, трансформацій та ефектів до веб-сторінок.</a:t>
            </a:r>
            <a:endParaRPr lang="en-US" sz="500" dirty="0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358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Висновок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98269"/>
            <a:ext cx="13042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Використання CSS для створення анімацій та ігор є потужним інструментом у арсеналі веб-розробників. Завдяки можливостям HTML5 та CSS, процес розробки інтерактивних, візуально привабливих веб-додатків стає дедалі доступнішим. З плином часу можливості CSS у сфері анімації та ігор лише розширюватимуться, даючи розробникам ще більше свободи для реалізації своїх творчих ідей.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005030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Поєднуючи передові техніки трансформацій, анімацій та інших засобів CSS, команди веб-розробників можуть створювати неперевершені ігрові механіки та візуальні ефекти прямо у браузері. Ці технології продовжують удосконалюватись, відкриваючи нові горизонти для інноваційних веб-додатків.</a:t>
            </a:r>
            <a:endParaRPr lang="en-US" sz="17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11294C7-608E-BCD9-ABE9-612DB071F2B7}"/>
              </a:ext>
            </a:extLst>
          </p:cNvPr>
          <p:cNvSpPr/>
          <p:nvPr/>
        </p:nvSpPr>
        <p:spPr>
          <a:xfrm>
            <a:off x="9870559" y="7056209"/>
            <a:ext cx="4759841" cy="1157045"/>
          </a:xfrm>
          <a:prstGeom prst="rect">
            <a:avLst/>
          </a:prstGeom>
          <a:solidFill>
            <a:srgbClr val="07070C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500" dirty="0">
                <a:solidFill>
                  <a:srgbClr val="0707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CSS, або каскадні таблиці стилів, є потужним інструментом, який дозволяє веб-розробникам створювати динамічні та інтерактивні веб-додатки, включаючи захопливі анімації та ігри. Цей вступ розкриє, як CSS може бути використаний для додавання руху, трансформацій та ефектів до веб-сторінок.</a:t>
            </a:r>
            <a:endParaRPr lang="en-US" sz="500" dirty="0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Дякую за увагу! :)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E4FDF4-238C-1754-3464-C3DB7503F577}"/>
              </a:ext>
            </a:extLst>
          </p:cNvPr>
          <p:cNvSpPr/>
          <p:nvPr/>
        </p:nvSpPr>
        <p:spPr>
          <a:xfrm>
            <a:off x="9870559" y="7056209"/>
            <a:ext cx="4759841" cy="1157045"/>
          </a:xfrm>
          <a:prstGeom prst="rect">
            <a:avLst/>
          </a:prstGeom>
          <a:solidFill>
            <a:srgbClr val="07070C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500" dirty="0">
                <a:solidFill>
                  <a:srgbClr val="0707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CSS, або каскадні таблиці стилів, є потужним інструментом, який дозволяє веб-розробникам створювати динамічні та інтерактивні веб-додатки, включаючи захопливі анімації та ігри. Цей вступ розкриє, як CSS може бути використаний для додавання руху, трансформацій та ефектів до веб-сторінок.</a:t>
            </a:r>
            <a:endParaRPr lang="en-US" sz="500" dirty="0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1007</Words>
  <Application>Microsoft Office PowerPoint</Application>
  <PresentationFormat>Произвольный</PresentationFormat>
  <Paragraphs>73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Sora Medium</vt:lpstr>
      <vt:lpstr>Noto Sans TC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Irina Onofreiciuc</cp:lastModifiedBy>
  <cp:revision>2</cp:revision>
  <dcterms:created xsi:type="dcterms:W3CDTF">2024-10-29T16:49:30Z</dcterms:created>
  <dcterms:modified xsi:type="dcterms:W3CDTF">2024-10-29T17:01:27Z</dcterms:modified>
</cp:coreProperties>
</file>